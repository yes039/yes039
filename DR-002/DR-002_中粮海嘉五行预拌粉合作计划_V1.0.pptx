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8366acdc-4112-517f-be5b-b3d5e52d7a1f}">
          <p14:sldIdLst>
            <p14:sldId id="256"/>
          </p14:sldIdLst>
        </p14:section>
        <p14:section name="合作基础" id="{7b58d337-0e92-40d2-f33a-d38bf7c20b8f}">
          <p14:sldIdLst>
            <p14:sldId id="257"/>
            <p14:sldId id="258"/>
          </p14:sldIdLst>
        </p14:section>
        <p14:section name="产品与模式" id="{256ef605-132c-df2c-9329-c6447f13bae0}">
          <p14:sldIdLst>
            <p14:sldId id="259"/>
            <p14:sldId id="260"/>
            <p14:sldId id="261"/>
          </p14:sldIdLst>
        </p14:section>
        <p14:section name="市场落地" id="{34f8dddb-a7d8-c667-28b6-35c301ae3243}">
          <p14:sldIdLst>
            <p14:sldId id="262"/>
          </p14:sldIdLst>
        </p14:section>
        <p14:section name="收益与财务" id="{b1f6307c-6199-310d-de13-bfd6674e483f}">
          <p14:sldIdLst>
            <p14:sldId id="263"/>
            <p14:sldId id="264"/>
            <p14:sldId id="265"/>
          </p14:sldIdLst>
        </p14:section>
        <p14:section name="行动计划" id="{bae6fa1b-0285-1657-dc08-f1271b7c9ceb}">
          <p14:sldIdLst>
            <p14:sldId id="266"/>
            <p14:sldId id="267"/>
            <p14:sldId id="268"/>
          </p14:sldIdLst>
        </p14:section>
        <p14:section name="附件" id="{91c2a5c6-138d-b616-c160-0c940ef1020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双方资源互补：中粮海嘉提供面粉及相关产业资源，陈博士提供五行特色粉体配方，双方合作开发五行预拌粉。五行特色粉体由谁生产尚待议定。必须强调：合作关系尚待议定，未正式签约。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系列5个SKU及功能方向：五黑馒头（黑色，补肾）、五红馒头（红色，补血）、茯苓馒头（白色，祛湿）、姜黄馒头（黄色，固肝）、海藻馒头（绿色，减重减脂），均为馒头专用预拌粉，25公斤/包。功能方向为提案方研发定位，对外宣传、标签与广告用语须经食品合规审核。茯苓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产业链：预拌粉供应→原料经销商→馒头生产厂→终端渠道→消费者。B2B直接销售对象为原料经销商及馒头生产厂；附件所列3,592家门店属于潜在终端渠道资源，尚未去重及确认进场，不是直接客户。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三种合作收益模式并列：A供货、B委托代工（无授权费）、C共同经营。不预设任何一案已获双方同意，也不作推荐。五行特色粉体生产方尚待议定。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件依合作伙伴提供的渠道表：便利连锁2,980、卖场20、生鲜连锁102、精品店200、面包连锁230、中专大学35、二批25，合计3,592家。含罗森（广东）300家。均为潜在终端渠道，不是预拌粉的B2B直接客户，尚未去重及确认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中粮海嘉面粉 × 陈博士配方，合作开发五行预拌粉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宽瑜膳元五行系列：5个SKU，均为馒头专用预拌粉</a:t>
            </a:r>
            <a:endParaRPr lang="en-US" sz="3000" dirty="0"/>
          </a:p>
        </p:txBody>
      </p:sp>
      <p:sp>
        <p:nvSpPr>
          <p:cNvPr id="4" name="product-五黑馒头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8992" y="1874520"/>
            <a:ext cx="1005840" cy="1005840"/>
          </a:xfrm>
          <a:prstGeom prst="ellipse">
            <a:avLst/>
          </a:prstGeom>
          <a:solidFill>
            <a:srgbClr val="2F2A27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黑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五黑馒头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黑色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补肾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五黑食材配伍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4" name="product-五红馒头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26664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266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1874520"/>
            <a:ext cx="1005840" cy="1005840"/>
          </a:xfrm>
          <a:prstGeom prst="ellipse">
            <a:avLst/>
          </a:prstGeom>
          <a:solidFill>
            <a:srgbClr val="A0453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28416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红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2889504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五红馒头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2889504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35224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补血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五红食材配伍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4" name="product-茯苓馒头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76088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760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苓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茯苓馒头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白色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84648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祛湿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茯苓入面制作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4" name="product-姜黄馒头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25512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525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27264" y="1874520"/>
            <a:ext cx="1005840" cy="1005840"/>
          </a:xfrm>
          <a:prstGeom prst="ellipse">
            <a:avLst/>
          </a:prstGeom>
          <a:solidFill>
            <a:srgbClr val="D39B2E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27264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姜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姜黄馒头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388352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黄色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434072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固肝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姜黄入面制作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product-海藻馒头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774936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7493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05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6688" y="1874520"/>
            <a:ext cx="1005840" cy="1005840"/>
          </a:xfrm>
          <a:prstGeom prst="ellipse">
            <a:avLst/>
          </a:prstGeom>
          <a:solidFill>
            <a:srgbClr val="4F6B4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076688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藻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9637776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海藻馒头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9637776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683496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减重 · 减脂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海藻入面制作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注：功能方向为提案方研发定位；对外宣传、标签及广告用语须经食品合规审核后方可使用（普通食品不得声称疾病预防、治疗或保健功能）；配方以陈博士确认为准。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陈博士配方，合作开发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三种合作收益模式并列，供双方比较议定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委托代工合作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按约定供应五行特色粉体，用于预拌粉生产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陈博士委托海嘉代工生产五行预拌粉，无授权费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双方共同经营五行预拌粉，按约定分配利润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收益来源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代工加工费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中：须质量与配方保密约定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待议定要点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粉体生产方、供货价格与数量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代工费、起订量与交付标准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出资、共管机制与分配比例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注：三案并列、无先后与推荐顺序，均未获双方同意；五行特色粉体由谁生产尚待议定；具体条款须经双方正式谈判确定。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代工量（吨）× 代工加工费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12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合作关系与协议形式　·　五行特色粉体生产方　·　收益模式及具体条款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附件：潜在终端渠道资源明细（合作伙伴提供）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017520" cy="41148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9833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14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3,592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家潜在终端门店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七类渠道合计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1480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4114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452628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45262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93776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600200"/>
          <a:ext cx="7772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394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渠道类型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主要客户（店数）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小计（家）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便利连锁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美宜佳（福建）1,300 · 见福（福建）1,000 · 罗森（广东）300 · 邻几（福建）150 · 十分（厦门）105 · 罗森（福建）100 · 7-ELEVEN（福建）100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2,980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卖场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天虹 8 · 乐海 8 · 世纪汇鲜 3 · 人人乐 1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生鲜连锁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民兴 50 · 金红日 15 · 闽篮 12 · 集正 12 · 福鲜生 7 · 人和旺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精品店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元初 181 · 美岁 10 · 千滋百味 9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面包连锁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安德鲁森（厦门）150 · 澳联 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中专大学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鹭银海 20 · 鸿润福 8 · 可思汉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二批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百胜达、达昌隆等 13 · 恩记、钰信、云翔等 12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七类渠道小计合计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3,592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840480" y="5394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以上为馒头产品潜在终端渠道，非预拌粉直接客户；B2B 直接客户为原料经销商及馒头生产厂。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注：数据依合作伙伴提供之渠道表，小计依原表；含罗森（广东）300家；部分品牌明细与小计略有差异，待核对；未去重、未确认进场。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2026-10-30T04:11:07Z</dcterms:created>
  <dcterms:modified xsi:type="dcterms:W3CDTF">2026-10-30T04:11:07Z</dcterms:modified>
</cp:coreProperties>
</file>