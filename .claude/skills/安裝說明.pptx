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46847cab-7a33-37ae-5a93-26dd42dc75f2}">
          <p14:sldIdLst>
            <p14:sldId id="256"/>
          </p14:sldIdLst>
        </p14:section>
        <p14:section name="認識技能包" id="{443ba0cc-255d-c67d-88fa-28b569706fb5}">
          <p14:sldIdLst>
            <p14:sldId id="257"/>
            <p14:sldId id="258"/>
          </p14:sldIdLst>
        </p14:section>
        <p14:section name="四個步驟" id="{d48a5e95-3f59-a286-584f-067cf09b05a5}">
          <p14:sldIdLst>
            <p14:sldId id="259"/>
            <p14:sldId id="260"/>
            <p14:sldId id="261"/>
            <p14:sldId id="262"/>
          </p14:sldIdLst>
        </p14:section>
        <p14:section name="員工名冊" id="{3920e73b-9abe-f905-d68c-dd19a61a3c27}">
          <p14:sldIdLst>
            <p14:sldId id="263"/>
            <p14:sldId id="264"/>
          </p14:sldIdLst>
        </p14:section>
        <p14:section name="常見問題" id="{e6c65f45-11ee-2307-32e8-0d7ff7fb5e92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這份說明帶你把 46 位 AI 員工裝進自己的 Claude。照四個步驟做，十分鐘內就能叫員工上工。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技能包裡每個資料夾就是一位員工。裡面沒有任何人的密碼或金鑰，要用到的帳號都接你自己的。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三件事都確認了再往下。最常卡住的是 Claude 還沒裝好就先放技能。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解壓縮後先打開看一眼，確認裡面是一排 skill-xiao 開頭的資料夾。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名稱前面有一個點的資料夾平常是隱藏的，所以要用前往資料夾的方式打開，不要自己慢慢找。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最常見的錯是多包了一層。打開 skills 資料夾，應該直接看到 skill-xiao 開頭的資料夾。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第一次測試請挑不用接帳號的員工，例如小定、小書、小健，比較容易確認是否安裝成功。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不用全部裝，挑跟你工作有關的員工就好。完整名單也在《安裝說明.txt》。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這五位碰到的是你的真實帳號。金鑰和權杖一律自己保管，不要貼在群組或傳給別人。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遇到這裡沒寫的問題，截圖傳到 LINE 官方帳號，我們會幫你看。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結尾提醒：卡關就截圖傳 LINE，附上你做到第幾步。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深色封面">
    <p:bg>
      <p:bgPr>
        <a:solidFill>
          <a:srgbClr val="1A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enyunung/.claude/skills/skill-ai-lobster-brand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371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內容頁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enyunung/.claude/skills/skill-ai-lobster-bran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1371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AI數字員工龍蝦學院 ▎ AI 員工技能包安裝說明（學員版）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enyunung/.claude/skills/skill-ai-lobster-brand/logo_full_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82296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AI 員工技能包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297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安裝說明（學員版）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46 位 AI 員工　・　四個步驟　・　十分鐘裝好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傑森教練 ▎ AI數字員工龍蝦學院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你會拿到一個壓縮檔</a:t>
            </a:r>
            <a:endParaRPr lang="en-US" sz="3600" dirty="0"/>
          </a:p>
        </p:txBody>
      </p:sp>
      <p:sp>
        <p:nvSpPr>
          <p:cNvPr id="3" name="副標"/>
          <p:cNvSpPr txBox="1"/>
          <p:nvPr/>
        </p:nvSpPr>
        <p:spPr>
          <a:xfrm>
            <a:off x="548640" y="1143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檔名：AI員工技能包_學員版_46位_20261014.zip（約 20 MB）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46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位 AI 員工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每個資料夾就是一位員工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2148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1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份安裝說明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壓縮檔裡的《安裝說明.txt》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0" y="2148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組金鑰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不含任何密碼與金鑰，安全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每位員工都是一套「工作說明書」：叫他的名字，Claude 就照他的專長和紅線幫你做事。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安裝前，先確認這三件事</a:t>
            </a:r>
            <a:endParaRPr lang="en-US" sz="3600" dirty="0"/>
          </a:p>
        </p:txBody>
      </p:sp>
      <p:sp>
        <p:nvSpPr>
          <p:cNvPr id="3" name="編號圓1"/>
          <p:cNvSpPr/>
          <p:nvPr/>
        </p:nvSpPr>
        <p:spPr>
          <a:xfrm>
            <a:off x="54864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已經裝好 Claude 並登入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148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桌面版 App 或終端機版 Claude Code 都可以。還沒裝的，先照「Claude 安裝教學」完成。</a:t>
            </a:r>
            <a:endParaRPr lang="en-US" sz="1600" dirty="0"/>
          </a:p>
        </p:txBody>
      </p:sp>
      <p:sp>
        <p:nvSpPr>
          <p:cNvPr id="7" name="編號圓2"/>
          <p:cNvSpPr/>
          <p:nvPr/>
        </p:nvSpPr>
        <p:spPr>
          <a:xfrm>
            <a:off x="548640" y="3154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063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知道你的電腦是蘋果還是視窗系統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第二步打開資料夾的方法，兩種系統不一樣。</a:t>
            </a:r>
            <a:endParaRPr lang="en-US" sz="1600" dirty="0"/>
          </a:p>
        </p:txBody>
      </p:sp>
      <p:sp>
        <p:nvSpPr>
          <p:cNvPr id="11" name="編號圓3"/>
          <p:cNvSpPr/>
          <p:nvPr/>
        </p:nvSpPr>
        <p:spPr>
          <a:xfrm>
            <a:off x="548640" y="4617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617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5262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壓縮檔已經下載到電腦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5074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建議先放在桌面，等一下比較好找。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編號圓1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解壓縮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蘋果電腦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1　在壓縮檔上連按兩下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　旁邊會多出一個資料夾「AI員工技能包_學員版」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45352" y="155448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737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視窗電腦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3317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1　在壓縮檔上按右鍵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　選「全部解壓縮」，再按「解壓縮」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3　會出現資料夾「AI員工技能包_學員版」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打開它，裡面是 46 個「skill-xiao-…」資料夾，加上一份《安裝說明.txt》。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編號圓2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打開 Claude 的技能資料夾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蘋果電腦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1　點桌面空白處，按 ⌘ + Shift + G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　貼上下面這行，按 Enter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39496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337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~/.claude/skills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1554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視窗電腦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245352" y="21031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1　按 Windows 鍵 + R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　貼上下面這行，按 Enter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45352" y="3337560"/>
            <a:ext cx="539496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8232" y="3337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%USERPROFILE%\.claude\skills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91672" cy="1554480"/>
          </a:xfrm>
          <a:prstGeom prst="roundRect">
            <a:avLst>
              <a:gd name="adj" fmla="val 705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4805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顯示「找不到資料夾」？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代表還沒有這個資料夾。先打開上一層（蘋果：~/.claude　視窗：%USERPROFILE%\.claude），在裡面新增一個資料夾，命名為 skills（全部小寫）。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編號圓3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把員工資料夾整個拖進去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可以全部 46 個一起拖，也可以只挑要用的員工。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9496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✓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194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對的放法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8036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　└ skill-xiao-li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　　　└ SKILL.md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　└ skill-xiao-ding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　　　└ SKILL.md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349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技能資料夾裡面，一層就是一位員工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45352" y="2011680"/>
            <a:ext cx="539496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21945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✕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2194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常見的錯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288036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把整個「AI員工技能包_學員版」資料夾拖進去，多了一層，員工會叫不出來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只拖 SKILL.md 一個檔案，員工會缺工具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拖進去的是壓縮檔，沒有先解壓縮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編號圓4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重開 Claude，叫名字測試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1　把 Claude 完全關掉再打開（蘋果電腦按 ⌘ + Q 才算真的關掉）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　開一個新對話，直接打員工的名字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3　看到他用自己的身分回你，就代表裝好了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554480"/>
            <a:ext cx="5056632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122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對話示意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52560" y="2194560"/>
            <a:ext cx="2377440" cy="594360"/>
          </a:xfrm>
          <a:prstGeom prst="roundRect">
            <a:avLst>
              <a:gd name="adj" fmla="val 2307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05256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小定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12280" y="3017520"/>
            <a:ext cx="4572000" cy="256032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315468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我是小定，負責知識定位與商業模式。接下來六輪、十八個問題，我們一起把「你會什麼」變成「怎麼賺」。第一題……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先試這三位：小定、小書、小健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12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他們不用接任何帳號，裝好就能用。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46 位員工，一次認識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管理與行政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小潔 行銷總監　小定 定位　小辯 法務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小帳 會計　小書 文書　小招 招生行政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小曆 行事曆　小健 電腦健檢　小析 台股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小評 評鑑　小強 電子書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53912" y="1371600"/>
            <a:ext cx="548640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36792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行銷、客服、業務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36792" y="18745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小廣 廣告　小講 講座簡報　小網 建網站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小維 網站維運　小文 文案　小搜 搜尋排名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小客 LINE 客服　小房 房仲成交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小單 接案平台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8640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50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內容、市場、設計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4340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小爆 爆款腳本　小構 腳本架構　小貨 帶貨影片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小分 數字人　小運 上架文案　小譯 日文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小劇 AI 短劇　小察 市場洞察　小挖 需求挖掘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小美 平面設計　小空 空間設計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53912" y="3840480"/>
            <a:ext cx="1737360" cy="237744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3950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保險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36792" y="4343400"/>
            <a:ext cx="1371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小安 保險行銷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小顧 保險顧問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小增 業務增員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1000" y="3840480"/>
            <a:ext cx="3639312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3950208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產業專屬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343400"/>
            <a:ext cx="32735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小音 音檔剪輯　小屋 591 上架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小群 社群經營　小曲 AI 音樂影片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小紫 紫微影片　小泌 診所衛教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小械 醫材管理　小織 經銷組織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小村 養生村　　小鐵 鋼構工程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小社 社區協會　小簿 店家記帳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這五位要接你自己的帳號才能動</a:t>
            </a:r>
            <a:endParaRPr lang="en-US" sz="3600" dirty="0"/>
          </a:p>
        </p:txBody>
      </p:sp>
      <p:sp>
        <p:nvSpPr>
          <p:cNvPr id="3" name="副標"/>
          <p:cNvSpPr txBox="1"/>
          <p:nvPr/>
        </p:nvSpPr>
        <p:spPr>
          <a:xfrm>
            <a:off x="548640" y="1143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其他員工裝好就能用；這幾位第一次叫他時，他會一步步教你接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小曆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你的 Google 日曆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87452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在 Claude 的連接器裡接 Google 日曆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157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小客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715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你的 LINE 官方帳號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715768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需要官方帳號後台的金鑰與一台主機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570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小廣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55701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你的臉書廣告帳號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557016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需要粉專管理權限與廣告帳號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9826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小群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39826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你的臉書粉專與 IG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4398264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需要你自己申請的長期權杖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239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小搜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2395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你的官網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523951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需要能修改官網檔案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 txBox="1"/>
          <p:nvPr/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常見問題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叫名字沒反應？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九成是多包了一層資料夾，回第三步檢查；確認後把 Claude 完全關掉重開。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53912" y="1417320"/>
            <a:ext cx="54864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82512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說明裡出現「某客戶」「某講師」？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382512" y="2011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那是原作者的實戰案例，已經把真實姓名拿掉，當參考就好。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4864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54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說明裡的「老闆」是誰？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11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就是你。對外文件會掛你自己的品牌。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53912" y="3017520"/>
            <a:ext cx="548640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3154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小貨做動畫時跳出錯誤？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3611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第一次用要先在 skill-xiao-huo/scripts/motion 資料夾執行一次 npm install。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916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75488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員工回我英文？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21208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跟他說「一律用中文」，每位員工都寫了中文鐵律。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enyunung/.claude/skills/skill-ai-lobster-brand/logo_full_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56048" y="73152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32918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裝好了，就叫第一位員工上工吧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2976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卡關了？截圖傳到 LINE：@j8888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7607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傑森教練 ▎ AI數字員工龍蝦學院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龍蝦學院品牌紅">
  <a:themeElements>
    <a:clrScheme name="龍蝦學院品牌紅">
      <a:dk1>
        <a:srgbClr val="1A1416"/>
      </a:dk1>
      <a:lt1>
        <a:srgbClr val="FFFFFF"/>
      </a:lt1>
      <a:dk2>
        <a:srgbClr val="3A3234"/>
      </a:dk2>
      <a:lt2>
        <a:srgbClr val="F4F1F1"/>
      </a:lt2>
      <a:accent1>
        <a:srgbClr val="C30D23"/>
      </a:accent1>
      <a:accent2>
        <a:srgbClr val="8E0A1A"/>
      </a:accent2>
      <a:accent3>
        <a:srgbClr val="6E625F"/>
      </a:accent3>
      <a:accent4>
        <a:srgbClr val="E9E4E3"/>
      </a:accent4>
      <a:accent5>
        <a:srgbClr val="1E7B4F"/>
      </a:accent5>
      <a:accent6>
        <a:srgbClr val="B45309"/>
      </a:accent6>
      <a:hlink>
        <a:srgbClr val="C30D23"/>
      </a:hlink>
      <a:folHlink>
        <a:srgbClr val="8E0A1A"/>
      </a:folHlink>
    </a:clrScheme>
    <a:fontScheme name="龍蝦學院品牌紅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AI數字員工龍蝦學院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員工技能包 安裝說明（學員版）</dc:title>
  <dc:subject>PptxGenJS Presentation</dc:subject>
  <dc:creator>傑森教練</dc:creator>
  <cp:lastModifiedBy>傑森教練</cp:lastModifiedBy>
  <cp:revision>1</cp:revision>
  <dcterms:created xsi:type="dcterms:W3CDTF">2026-10-14T14:48:42Z</dcterms:created>
  <dcterms:modified xsi:type="dcterms:W3CDTF">2026-10-14T14:48:42Z</dcterms:modified>
</cp:coreProperties>
</file>